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NewsOps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Industrialiser un pipeline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Objectif : plateforme MLOps</a:t>
            </a:r>
          </a:p>
          <a:p>
            <a:r>
              <a:t>• DistilBERT</a:t>
            </a:r>
          </a:p>
          <a:p>
            <a:r>
              <a:t>• FastAPI</a:t>
            </a:r>
          </a:p>
          <a:p>
            <a:r>
              <a:t>• MLflow</a:t>
            </a:r>
          </a:p>
          <a:p>
            <a:r>
              <a:t>• Prometheus/Grafana</a:t>
            </a:r>
          </a:p>
          <a:p>
            <a:r>
              <a:t>• Evidently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Problème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Automatiser la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Articles → Prétraitement → Classification → API →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Vue d'ensemble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Ingestion</a:t>
            </a:r>
          </a:p>
          <a:p>
            <a:r>
              <a:t>↓</a:t>
            </a:r>
          </a:p>
          <a:p>
            <a:r>
              <a:t>Préprocessing</a:t>
            </a:r>
          </a:p>
          <a:p>
            <a:r>
              <a:t>↓</a:t>
            </a:r>
          </a:p>
          <a:p>
            <a:r>
              <a:t>Training</a:t>
            </a:r>
          </a:p>
          <a:p>
            <a:r>
              <a:t>↓</a:t>
            </a:r>
          </a:p>
          <a:p>
            <a:r>
              <a:t>MLflow</a:t>
            </a:r>
          </a:p>
          <a:p>
            <a:r>
              <a:t>↓</a:t>
            </a:r>
          </a:p>
          <a:p>
            <a:r>
              <a:t>API</a:t>
            </a:r>
          </a:p>
          <a:p>
            <a:r>
              <a:t>↓</a:t>
            </a:r>
          </a:p>
          <a:p>
            <a:r>
              <a:t>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Pipeline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Cycle de vie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Dataset</a:t>
            </a:r>
          </a:p>
          <a:p>
            <a:r>
              <a:t>→ Nettoyage</a:t>
            </a:r>
          </a:p>
          <a:p>
            <a:r>
              <a:t>→ Baseline</a:t>
            </a:r>
          </a:p>
          <a:p>
            <a:r>
              <a:t>→ DistilBERT</a:t>
            </a:r>
          </a:p>
          <a:p>
            <a:r>
              <a:t>→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Choix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Docker</a:t>
            </a:r>
          </a:p>
          <a:p>
            <a:r>
              <a:t>CI</a:t>
            </a:r>
          </a:p>
          <a:p>
            <a:r>
              <a:t>Tests</a:t>
            </a:r>
          </a:p>
          <a:p>
            <a:r>
              <a:t>Versionning</a:t>
            </a:r>
          </a:p>
          <a:p>
            <a:r>
              <a:t>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Observabilité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/metrics</a:t>
            </a:r>
          </a:p>
          <a:p>
            <a:r>
              <a:t>Prometheus</a:t>
            </a:r>
          </a:p>
          <a:p>
            <a:r>
              <a:t>Grafana</a:t>
            </a:r>
          </a:p>
          <a:p>
            <a:r>
              <a:t>Drift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Indicateurs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~209k articles</a:t>
            </a:r>
          </a:p>
          <a:p>
            <a:r>
              <a:t>12 classes</a:t>
            </a:r>
          </a:p>
          <a:p>
            <a:r>
              <a:t>API documentée</a:t>
            </a:r>
          </a:p>
          <a:p>
            <a:r>
              <a:t>MLflow</a:t>
            </a:r>
          </a:p>
          <a:p>
            <a:r>
              <a:t>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Évolutions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RAG</a:t>
            </a:r>
          </a:p>
          <a:p>
            <a:r>
              <a:t>Vector DB</a:t>
            </a:r>
          </a:p>
          <a:p>
            <a:r>
              <a:t>Airflow</a:t>
            </a:r>
          </a:p>
          <a:p>
            <a:r>
              <a:t>Kubernetes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Valeur apportée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Une plateforme MLOps reproductible et supervisée.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