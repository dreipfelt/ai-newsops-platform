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Construire une plateforme MLOps de classification d'articles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 la donnée au monitoring en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Contexte métier</a:t>
            </a:r>
          </a:p>
          <a:p>
            <a:pPr>
              <a:defRPr sz="2000"/>
            </a:pPr>
            <a:r>
              <a:t>Objectif: plateforme industrialisable</a:t>
            </a:r>
          </a:p>
          <a:p>
            <a:pPr>
              <a:defRPr sz="2000"/>
            </a:pPr>
            <a:r>
              <a:t>Stack: FastAPI, DistilBERT, MLflow, Docker, Prometheus, Grafana, Evidently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 problème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Pourquoi ce projet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209k articles</a:t>
            </a:r>
          </a:p>
          <a:p>
            <a:pPr>
              <a:defRPr sz="2000"/>
            </a:pPr>
            <a:r>
              <a:t>12 catégories</a:t>
            </a:r>
          </a:p>
          <a:p>
            <a:pPr>
              <a:defRPr sz="2000"/>
            </a:pPr>
            <a:r>
              <a:t>Automatiser la classification</a:t>
            </a:r>
          </a:p>
          <a:p>
            <a:pPr>
              <a:defRPr sz="2000"/>
            </a:pPr>
            <a:r>
              <a:t>Préparer une architecture évolutive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 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Ingestion</a:t>
            </a:r>
          </a:p>
          <a:p>
            <a:pPr>
              <a:defRPr sz="2000"/>
            </a:pPr>
            <a:r>
              <a:t>Préprocessing</a:t>
            </a:r>
          </a:p>
          <a:p>
            <a:pPr>
              <a:defRPr sz="2000"/>
            </a:pPr>
            <a:r>
              <a:t>Training</a:t>
            </a:r>
          </a:p>
          <a:p>
            <a:pPr>
              <a:defRPr sz="2000"/>
            </a:pPr>
            <a:r>
              <a:t>MLflow</a:t>
            </a:r>
          </a:p>
          <a:p>
            <a:pPr>
              <a:defRPr sz="2000"/>
            </a:pPr>
            <a:r>
              <a:t>FastAPI</a:t>
            </a:r>
          </a:p>
          <a:p>
            <a:pPr>
              <a:defRPr sz="2000"/>
            </a:pPr>
            <a:r>
              <a:t>Prometheus</a:t>
            </a:r>
          </a:p>
          <a:p>
            <a:pPr>
              <a:defRPr sz="2000"/>
            </a:pPr>
            <a:r>
              <a:t>Grafana</a:t>
            </a:r>
          </a:p>
          <a:p>
            <a:pPr>
              <a:defRPr sz="2000"/>
            </a:pPr>
            <a:r>
              <a:t>Evidently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Choix d'architecture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Décisions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Baseline TF-IDF puis DistilBERT</a:t>
            </a:r>
          </a:p>
          <a:p>
            <a:pPr>
              <a:defRPr sz="2000"/>
            </a:pPr>
            <a:r>
              <a:t>Docker</a:t>
            </a:r>
          </a:p>
          <a:p>
            <a:pPr>
              <a:defRPr sz="2000"/>
            </a:pPr>
            <a:r>
              <a:t>CI</a:t>
            </a:r>
          </a:p>
          <a:p>
            <a:pPr>
              <a:defRPr sz="2000"/>
            </a:pPr>
            <a:r>
              <a:t>API REST</a:t>
            </a:r>
          </a:p>
          <a:p>
            <a:pPr>
              <a:defRPr sz="2000"/>
            </a:pPr>
            <a:r>
              <a:t>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Industrialisation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Versionnement</a:t>
            </a:r>
          </a:p>
          <a:p>
            <a:pPr>
              <a:defRPr sz="2000"/>
            </a:pPr>
            <a:r>
              <a:t>Reproductibilité</a:t>
            </a:r>
          </a:p>
          <a:p>
            <a:pPr>
              <a:defRPr sz="2000"/>
            </a:pPr>
            <a:r>
              <a:t>Observabilité</a:t>
            </a:r>
          </a:p>
          <a:p>
            <a:pPr>
              <a:defRPr sz="2000"/>
            </a:pPr>
            <a:r>
              <a:t>Déploiement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Supervision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/metrics</a:t>
            </a:r>
          </a:p>
          <a:p>
            <a:pPr>
              <a:defRPr sz="2000"/>
            </a:pPr>
            <a:r>
              <a:t>Prometheus</a:t>
            </a:r>
          </a:p>
          <a:p>
            <a:pPr>
              <a:defRPr sz="2000"/>
            </a:pPr>
            <a:r>
              <a:t>Grafana</a:t>
            </a:r>
          </a:p>
          <a:p>
            <a:pPr>
              <a:defRPr sz="2000"/>
            </a:pPr>
            <a:r>
              <a:t>Drift Evidently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Pipeline complet</a:t>
            </a:r>
          </a:p>
          <a:p>
            <a:pPr>
              <a:defRPr sz="2000"/>
            </a:pPr>
            <a:r>
              <a:t>API documentée</a:t>
            </a:r>
          </a:p>
          <a:p>
            <a:pPr>
              <a:defRPr sz="2000"/>
            </a:pPr>
            <a:r>
              <a:t>MLflow</a:t>
            </a:r>
          </a:p>
          <a:p>
            <a:pPr>
              <a:defRPr sz="2000"/>
            </a:pPr>
            <a:r>
              <a:t>Monitoring</a:t>
            </a:r>
          </a:p>
          <a:p>
            <a:pPr>
              <a:defRPr sz="2000"/>
            </a:pPr>
            <a:r>
              <a:t>Docker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Évolutions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RAG</a:t>
            </a:r>
          </a:p>
          <a:p>
            <a:pPr>
              <a:defRPr sz="2000"/>
            </a:pPr>
            <a:r>
              <a:t>Vector DB</a:t>
            </a:r>
          </a:p>
          <a:p>
            <a:pPr>
              <a:defRPr sz="2000"/>
            </a:pPr>
            <a:r>
              <a:t>Airflow</a:t>
            </a:r>
          </a:p>
          <a:p>
            <a:pPr>
              <a:defRPr sz="2000"/>
            </a:pPr>
            <a:r>
              <a:t>Kubernetes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Message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Un projet MLOps est un système complet, pas seulement un modèle.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