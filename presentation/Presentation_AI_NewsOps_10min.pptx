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NewsOps Platform</a:t>
            </a:r>
          </a:p>
          <a:p>
            <a:r>
              <a:t>Industrialiser un projet IA de bout en 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Cas d'usage : classification d'articles</a:t>
            </a:r>
          </a:p>
          <a:p>
            <a:pPr>
              <a:defRPr sz="2400"/>
            </a:pPr>
            <a:r>
              <a:t>• Objectif : plateforme MLOps complète</a:t>
            </a:r>
          </a:p>
          <a:p>
            <a:pPr>
              <a:defRPr sz="2400"/>
            </a:pPr>
            <a:r>
              <a:t>• Stack : FastAPI, DistilBERT, MLflow, Airflow, Grafana, Prometheus,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30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métier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Problème : volume important d'articles</a:t>
            </a:r>
          </a:p>
          <a:p>
            <a:pPr>
              <a:defRPr sz="2400"/>
            </a:pPr>
            <a:r>
              <a:t>• Classification automatique</a:t>
            </a:r>
          </a:p>
          <a:p>
            <a:pPr>
              <a:defRPr sz="2400"/>
            </a:pPr>
            <a:r>
              <a:t>• Architecture évolutive vers le RAG</a:t>
            </a:r>
          </a:p>
          <a:p>
            <a:pPr>
              <a:defRPr sz="2400"/>
            </a:pPr>
            <a:r>
              <a:t>• Réduction des tâches manuelles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Dataset → Prétraitement → DistilBERT → FastAPI</a:t>
            </a:r>
          </a:p>
          <a:p>
            <a:pPr>
              <a:defRPr sz="2400"/>
            </a:pPr>
            <a:r>
              <a:t>• Dashboard Streamlit</a:t>
            </a:r>
          </a:p>
          <a:p>
            <a:pPr>
              <a:defRPr sz="2400"/>
            </a:pPr>
            <a:r>
              <a:t>• Monitoring</a:t>
            </a:r>
          </a:p>
          <a:p>
            <a:pPr>
              <a:defRPr sz="2400"/>
            </a:pPr>
            <a:r>
              <a:t>• MLflow +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Validation des données</a:t>
            </a:r>
          </a:p>
          <a:p>
            <a:pPr>
              <a:defRPr sz="2400"/>
            </a:pPr>
            <a:r>
              <a:t>• Entraînement</a:t>
            </a:r>
          </a:p>
          <a:p>
            <a:pPr>
              <a:defRPr sz="2400"/>
            </a:pPr>
            <a:r>
              <a:t>• Évaluation</a:t>
            </a:r>
          </a:p>
          <a:p>
            <a:pPr>
              <a:defRPr sz="2400"/>
            </a:pPr>
            <a:r>
              <a:t>• Registry MLflow</a:t>
            </a:r>
          </a:p>
          <a:p>
            <a:pPr>
              <a:defRPr sz="2400"/>
            </a:pPr>
            <a:r>
              <a:t>• Déploiement</a:t>
            </a:r>
          </a:p>
          <a:p>
            <a:pPr>
              <a:defRPr sz="2400"/>
            </a:pPr>
            <a:r>
              <a:t>• Supervision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&amp; Modèle de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API REST FastAPI</a:t>
            </a:r>
          </a:p>
          <a:p>
            <a:pPr>
              <a:defRPr sz="2400"/>
            </a:pPr>
            <a:r>
              <a:t>• Endpoints Health, Predict, Monitoring</a:t>
            </a:r>
          </a:p>
          <a:p>
            <a:pPr>
              <a:defRPr sz="2400"/>
            </a:pPr>
            <a:r>
              <a:t>• Top-3 prédictions</a:t>
            </a:r>
          </a:p>
          <a:p>
            <a:pPr>
              <a:defRPr sz="2400"/>
            </a:pPr>
            <a:r>
              <a:t>• Documentation OpenAPI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et Observabilité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Métriques techniques : latence, erreurs</a:t>
            </a:r>
          </a:p>
          <a:p>
            <a:pPr>
              <a:defRPr sz="2400"/>
            </a:pPr>
            <a:r>
              <a:t>• Métriques ML : Accuracy, F1, Drift</a:t>
            </a:r>
          </a:p>
          <a:p>
            <a:pPr>
              <a:defRPr sz="2400"/>
            </a:pPr>
            <a:r>
              <a:t>• Grafana + Prometheus</a:t>
            </a:r>
          </a:p>
          <a:p>
            <a:pPr>
              <a:defRPr sz="2400"/>
            </a:pPr>
            <a:r>
              <a:t>• Dashboard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&amp; Réentraînement automatique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Détection de dérive</a:t>
            </a:r>
          </a:p>
          <a:p>
            <a:pPr>
              <a:defRPr sz="2400"/>
            </a:pPr>
            <a:r>
              <a:t>• Décision de retrain</a:t>
            </a:r>
          </a:p>
          <a:p>
            <a:pPr>
              <a:defRPr sz="2400"/>
            </a:pPr>
            <a:r>
              <a:t>• DAG Airflow</a:t>
            </a:r>
          </a:p>
          <a:p>
            <a:pPr>
              <a:defRPr sz="2400"/>
            </a:pPr>
            <a:r>
              <a:t>• Promotion via MLflow si meilleur 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Décisions d'architecture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Pourquoi FastAPI ?</a:t>
            </a:r>
          </a:p>
          <a:p>
            <a:pPr>
              <a:defRPr sz="2400"/>
            </a:pPr>
            <a:r>
              <a:t>• Pourquoi DistilBERT ?</a:t>
            </a:r>
          </a:p>
          <a:p>
            <a:pPr>
              <a:defRPr sz="2400"/>
            </a:pPr>
            <a:r>
              <a:t>• Pourquoi MLflow ?</a:t>
            </a:r>
          </a:p>
          <a:p>
            <a:pPr>
              <a:defRPr sz="2400"/>
            </a:pPr>
            <a:r>
              <a:t>• Pourquoi Airflow ?</a:t>
            </a:r>
          </a:p>
          <a:p>
            <a:pPr>
              <a:defRPr sz="2400"/>
            </a:pPr>
            <a:r>
              <a:t>• Pourquoi Evidently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Bilan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Architecture modulaire</a:t>
            </a:r>
          </a:p>
          <a:p>
            <a:pPr>
              <a:defRPr sz="2400"/>
            </a:pPr>
            <a:r>
              <a:t>• Cycle de vie complet</a:t>
            </a:r>
          </a:p>
          <a:p>
            <a:pPr>
              <a:defRPr sz="2400"/>
            </a:pPr>
            <a:r>
              <a:t>• Projet reproductible</a:t>
            </a:r>
          </a:p>
          <a:p>
            <a:pPr>
              <a:defRPr sz="2400"/>
            </a:pPr>
            <a:r>
              <a:t>• Vision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1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Résultats</a:t>
            </a:r>
          </a:p>
          <a:p>
            <a:pPr>
              <a:defRPr sz="2400"/>
            </a:pPr>
            <a:r>
              <a:t>• Limites</a:t>
            </a:r>
          </a:p>
          <a:p>
            <a:pPr>
              <a:defRPr sz="2400"/>
            </a:pPr>
            <a:r>
              <a:t>• Évolutions : Qdrant, RAG, Kubernetes</a:t>
            </a:r>
          </a:p>
          <a:p>
            <a:pPr>
              <a:defRPr sz="2400"/>
            </a:pPr>
            <a:r>
              <a:t>•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6035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/>
            </a:pPr>
            <a:r>
              <a:t>Temps conseillé : 30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